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FC74-75C7-4EC0-B7A9-0A4A61B9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F06BC-6723-4305-B3A5-732DF0A8A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5C10D-50CB-4C86-AE09-D1C79B77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AAF26-8E2E-4DC3-B726-254F7111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AE779-FD36-4030-8295-76FB6A207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87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93DB5-D2D1-4B99-AB5A-DA096AA39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51F46-3365-4E59-B135-4144B8949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A9884-A49B-4FDB-94B2-BEC7B6905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99548-C3E7-4DC2-85AB-C7022DB5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606B7-FF4F-429F-BA51-2F863E8C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57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0C80-026C-464C-ADD2-55D6CC38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4753F-0982-4AEB-AC96-8CC42E96B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8DCB9-2DCB-4080-A225-F086E66F5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A8CE7-148F-48E4-A1EC-961F9EEB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01240-7C90-458E-9B6F-E1E16B8D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4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D7EA2-F35B-4D04-8B12-26FA6684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4DB33-D73F-4A1C-AD86-CAF82E373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CF9F6-F858-4CDF-9E06-74D021B3F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7C2E-66F6-4411-A02D-0714F863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591ED-B674-4314-A0B1-4D6378AC3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0EB0D-EC89-41F1-B407-31B6D0146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5E2F-E0D3-4987-80B0-E4B870BB6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05478-3F9D-443A-B642-C2AB47C65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96084-0C35-462F-BD64-C0195E2B3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4497F-9A36-4EEC-B722-F56D2485EA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0A5F1-95A6-4556-AC2C-B219FD058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5CA8B-36EC-44ED-B7C2-FBA38C15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63C33F-5F19-4BF2-8664-A1D5908B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8C4CD8-381D-4B96-AF53-A170D0D7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5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39F52-E053-43A0-9D19-75AD656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E17E2F-8D9B-411F-AB84-BF5807A6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FCE7B-14BF-41C9-8C08-7D3F74FD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554F44-F04D-473E-AE51-E8F5C4F3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12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D8C7E-17B2-427B-AF80-7DB60D37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6C536-2F17-4AC9-BDC6-C6873D88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3CED8-37EA-4A56-A491-F729D8B4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52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62ED-8C8C-4414-83F6-606279E1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DA480-495D-4A22-9BE9-42A8DD5FB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5B7D7-ADD0-41B1-9A4E-A9394DB83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F61CF-4CE3-453A-A647-647B40AF2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A03E1-311E-4599-B860-AD3DDB742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94D37-99D4-4829-BC5B-0CAD1A2F5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8635-8032-4973-8B5B-EAC413A3B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A71BC-EACF-4D94-A58D-B9A6DD833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CD917-A059-4692-B780-16625B951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AEB9F-B930-4B89-AFF1-B60F8D8E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5E2C4-BC60-4948-BFD5-0EEEFA42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6D589-52C8-47AE-B300-94ADDB4C8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76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02F6-EACA-4058-B8CD-EF7EE3E2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DFACC-24E2-4C3B-829D-753AAE70B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50FEE-F9EB-421C-B2F5-0B33BFA3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C2D84-B120-4003-9788-827F9899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B82B6-3111-4B8D-837B-C11EABDC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5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AD8BF-4639-443C-ACBA-9B2607AFC7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C318E-49DD-454F-94AC-67268C1F3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4D364-0D96-4FFC-81D2-7BE742A3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BD803-7F51-40C9-80DB-54985001E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E99F1-D852-4AD3-9B5B-EE34013F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0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7FAEA1-60B5-4B01-9163-67787B55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3987E-3C3C-40D4-9199-704F9023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EC3BA-6CE9-4CBE-9849-D8EB1FE59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D06D8-3E84-4B9B-AF44-7736BCA0CF9B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02F50-1E23-451B-83E0-69D07FD1B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4EEA5-83FD-456D-A32A-E2B4AA211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016B9-2065-47AD-ACBC-9B8F116F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4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ctagon 3">
            <a:extLst>
              <a:ext uri="{FF2B5EF4-FFF2-40B4-BE49-F238E27FC236}">
                <a16:creationId xmlns:a16="http://schemas.microsoft.com/office/drawing/2014/main" id="{64170B6F-B32C-49C2-9215-8CF80527DAAE}"/>
              </a:ext>
            </a:extLst>
          </p:cNvPr>
          <p:cNvSpPr>
            <a:spLocks noChangeAspect="1"/>
          </p:cNvSpPr>
          <p:nvPr/>
        </p:nvSpPr>
        <p:spPr>
          <a:xfrm>
            <a:off x="5505449" y="1724024"/>
            <a:ext cx="2371725" cy="2371725"/>
          </a:xfrm>
          <a:prstGeom prst="octagon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4D9071-5010-4716-9715-4C972708A2AD}"/>
              </a:ext>
            </a:extLst>
          </p:cNvPr>
          <p:cNvCxnSpPr/>
          <p:nvPr/>
        </p:nvCxnSpPr>
        <p:spPr>
          <a:xfrm flipH="1">
            <a:off x="5505450" y="2905125"/>
            <a:ext cx="11811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C9224C-CD68-4F4F-A25E-885C875574ED}"/>
              </a:ext>
            </a:extLst>
          </p:cNvPr>
          <p:cNvCxnSpPr>
            <a:cxnSpLocks/>
          </p:cNvCxnSpPr>
          <p:nvPr/>
        </p:nvCxnSpPr>
        <p:spPr>
          <a:xfrm flipH="1" flipV="1">
            <a:off x="5505450" y="2419350"/>
            <a:ext cx="1181101" cy="485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D65009-E075-4414-8D96-FB8CDE5F18DB}"/>
              </a:ext>
            </a:extLst>
          </p:cNvPr>
          <p:cNvSpPr txBox="1"/>
          <p:nvPr/>
        </p:nvSpPr>
        <p:spPr>
          <a:xfrm>
            <a:off x="5876925" y="2376130"/>
            <a:ext cx="285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1A0E5-A2CD-4EF0-B2E6-7D49535EFA78}"/>
              </a:ext>
            </a:extLst>
          </p:cNvPr>
          <p:cNvSpPr txBox="1"/>
          <p:nvPr/>
        </p:nvSpPr>
        <p:spPr>
          <a:xfrm>
            <a:off x="5505450" y="2877681"/>
            <a:ext cx="11811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 cos(pi/8)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43A69E-A362-432F-A6C7-7D63C326628C}"/>
              </a:ext>
            </a:extLst>
          </p:cNvPr>
          <p:cNvCxnSpPr>
            <a:cxnSpLocks/>
          </p:cNvCxnSpPr>
          <p:nvPr/>
        </p:nvCxnSpPr>
        <p:spPr>
          <a:xfrm flipH="1" flipV="1">
            <a:off x="5876926" y="2036357"/>
            <a:ext cx="809625" cy="85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E612F6-5568-447F-BB8F-0CA186AF398D}"/>
              </a:ext>
            </a:extLst>
          </p:cNvPr>
          <p:cNvCxnSpPr/>
          <p:nvPr/>
        </p:nvCxnSpPr>
        <p:spPr>
          <a:xfrm flipV="1">
            <a:off x="5876925" y="1057275"/>
            <a:ext cx="0" cy="9790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FAFA48-6CFF-45AD-B762-D31AB43F994A}"/>
              </a:ext>
            </a:extLst>
          </p:cNvPr>
          <p:cNvCxnSpPr/>
          <p:nvPr/>
        </p:nvCxnSpPr>
        <p:spPr>
          <a:xfrm flipV="1">
            <a:off x="6686551" y="1057275"/>
            <a:ext cx="0" cy="18204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6894477-5914-490E-8E43-77F76EE6EC57}"/>
              </a:ext>
            </a:extLst>
          </p:cNvPr>
          <p:cNvCxnSpPr/>
          <p:nvPr/>
        </p:nvCxnSpPr>
        <p:spPr>
          <a:xfrm>
            <a:off x="5876925" y="1171575"/>
            <a:ext cx="809626" cy="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B36FAC-85ED-479B-A343-18421E159394}"/>
              </a:ext>
            </a:extLst>
          </p:cNvPr>
          <p:cNvSpPr txBox="1"/>
          <p:nvPr/>
        </p:nvSpPr>
        <p:spPr>
          <a:xfrm>
            <a:off x="5876925" y="859318"/>
            <a:ext cx="2000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 cos(pi/8)cos(pi/4)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6A1B29-E3D0-4DD9-9224-6DAA5B98AC08}"/>
              </a:ext>
            </a:extLst>
          </p:cNvPr>
          <p:cNvCxnSpPr>
            <a:cxnSpLocks/>
          </p:cNvCxnSpPr>
          <p:nvPr/>
        </p:nvCxnSpPr>
        <p:spPr>
          <a:xfrm flipH="1" flipV="1">
            <a:off x="4543425" y="2036356"/>
            <a:ext cx="1333501" cy="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6CFE8-242E-423F-A108-CE13C746A0F0}"/>
              </a:ext>
            </a:extLst>
          </p:cNvPr>
          <p:cNvCxnSpPr>
            <a:cxnSpLocks/>
          </p:cNvCxnSpPr>
          <p:nvPr/>
        </p:nvCxnSpPr>
        <p:spPr>
          <a:xfrm flipH="1">
            <a:off x="4543428" y="2889022"/>
            <a:ext cx="2143123" cy="322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4953785-6B0E-4AA2-9362-60DFF56E47FB}"/>
              </a:ext>
            </a:extLst>
          </p:cNvPr>
          <p:cNvCxnSpPr>
            <a:cxnSpLocks/>
          </p:cNvCxnSpPr>
          <p:nvPr/>
        </p:nvCxnSpPr>
        <p:spPr>
          <a:xfrm>
            <a:off x="4752975" y="2055406"/>
            <a:ext cx="0" cy="840759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442F3DE-439E-4A35-BA83-9CB2418E52B7}"/>
              </a:ext>
            </a:extLst>
          </p:cNvPr>
          <p:cNvSpPr txBox="1"/>
          <p:nvPr/>
        </p:nvSpPr>
        <p:spPr>
          <a:xfrm>
            <a:off x="3100387" y="2304261"/>
            <a:ext cx="2000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 cos(pi/8)sin(pi/4)</a:t>
            </a:r>
          </a:p>
        </p:txBody>
      </p:sp>
    </p:spTree>
    <p:extLst>
      <p:ext uri="{BB962C8B-B14F-4D97-AF65-F5344CB8AC3E}">
        <p14:creationId xmlns:p14="http://schemas.microsoft.com/office/powerpoint/2010/main" val="3495210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Barth, Andrew (barthal)</dc:creator>
  <cp:lastModifiedBy>Barth, Andrew (barthal)</cp:lastModifiedBy>
  <cp:revision>1</cp:revision>
  <dcterms:created xsi:type="dcterms:W3CDTF">2024-10-22T14:27:12Z</dcterms:created>
  <dcterms:modified xsi:type="dcterms:W3CDTF">2024-10-22T14:52:54Z</dcterms:modified>
</cp:coreProperties>
</file>